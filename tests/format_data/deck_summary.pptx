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Confidential — Postal Code: T2X 1V4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 on file: 132-677-360</a:t>
            </a:r>
          </a:p>
          <a:p>
            <a:r>
              <a:t>Contact phone: 416-555-0199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</a:tblGrid>
              <a:tr h="45720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Card on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4111 1111 1111 1111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